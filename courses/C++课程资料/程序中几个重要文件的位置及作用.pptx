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7F0E-E6AE-4BFF-823E-23FE3405B848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1E6FD-296D-48FF-86D8-CBCAA41BF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60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1E6FD-296D-48FF-86D8-CBCAA41BF2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58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E48EE4A-B2F7-4375-9E10-BA8330A72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E5331E7C-3604-49FD-B666-5BAB8F8EA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E5AF896-58DE-4B27-A930-117F4D22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B6692F7-1F6D-4938-A267-BBBB30461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C3DE45E9-2EE1-435E-9774-FF7357E5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11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9A8B8D3-E982-49C7-92A0-43C5CBFB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8492F8A6-01B6-4EC3-BF47-72C7D5507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3DF4DC2-B1CF-4970-BA61-73AE36A39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DD32B3FE-C5B1-4EA4-8CE3-4BABC1DC8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B1D21C1F-3117-4B8F-BA64-2199111AC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396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B3E2B3E-F823-46B8-ADD7-7B5173CB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0F26022B-EBF9-40FE-87B1-4ADF517E4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9636FEEC-9FE8-4723-BD6E-D53F3D35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B866D87E-9A42-40D9-965C-D130A776D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F7CD9DBB-07F8-4942-A4C3-A8847CF8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06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C88BDDC-84B2-4C07-A031-12393D0DF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857A2DE6-D79E-4DFA-88CF-8C47250DA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02F49BB0-242C-4B6E-8DBE-CB1275526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08BB5770-FB0E-4210-86ED-A22AC2ADA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91309849-0D03-465C-82E9-BA07E772A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7E7EE99C-C2EC-42E8-9A29-DF5F5C25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718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CBD4631-2B99-4D1B-97C7-517B98D4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121DA30-F629-465C-8013-8C3018869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0C2D7C45-3BF6-4F6C-92EC-49318562C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AB680AD8-B0FE-4D81-B8F8-C23DA7163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1C9A7A40-E9D4-44BF-BB70-90D28497B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3FFEA0F1-5F73-41ED-8B95-28CA3B72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B68DF296-7957-4EA9-8945-78B8B4099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CFAC4A62-2488-436B-9B35-77842142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65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F6B5FB9-9034-4C8D-B5DB-2CA89CCB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F4C7BFB6-258C-48D9-8C29-7E0E6527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4B4A8566-F1F7-4DBF-A293-98D5EE9E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BF38CBFF-C1F9-429C-A7A3-2F8FA4D1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4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54584DA7-8532-4BF0-826C-CEFC9A5F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73840E53-B5C9-4004-8EA3-86793C4A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41D905A6-651E-4E73-A77F-E1EFC3BF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82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FCB4969-8586-4951-B057-5CDFD243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8207FB17-FD4B-478F-AE6B-01E80CB52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62E01304-377E-41BF-8D47-3D28A38AF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AEBF1E18-C8D1-42A3-8159-0F0BFEC8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C7DB79B5-3A45-4D38-9F2E-D4C50AC1E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9977FD5C-9FBA-4AE0-9022-A169EEF5D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5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E39FD87-9F1E-4F52-8201-96F55629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9C447BE8-4FC9-45F0-90F8-46C4F3764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0D771688-6513-472E-88D9-9174D0665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D0365F29-8823-4F5B-A75E-D3D501578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DA8C0084-EC8E-4291-A417-0CE0CED3B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29362C3F-5F07-4ED0-B614-5C8D3573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39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FD05940-D155-44F1-A686-14A1DB79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1DF46738-9A27-4762-A9AE-3A12E6EAC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D46D78CB-0E5B-4065-A2A4-075BBC612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EC5A7684-4330-4198-B416-4ABA91E9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650E929A-8613-4659-89D3-9C62F596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546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5DC4D078-738E-461D-B0AA-656D45023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0D9C4ACC-3E19-41F0-AC84-5D8E8E977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BB0E424-136D-4732-AA36-BCE7B2D7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46CE91F4-1CAF-4678-941A-18A4EBBE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3FCCB72E-681D-42ED-8CA3-CB79A770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44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F0AFDE48-BC46-4887-9B13-5AA0542D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18B94C90-8535-479A-B576-805279593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F3C70F77-6422-4823-AAD6-99B2275A0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EA1BF-3981-49D0-9593-7F5FD73B7F8A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23058C59-696A-47A8-B7F9-34C308EFC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5F1C8E0C-7CA7-4459-807A-29F2777D0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1415E-81BC-4E0A-B764-94F088C59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502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3"/>
          <p:cNvSpPr txBox="1">
            <a:spLocks noChangeArrowheads="1"/>
          </p:cNvSpPr>
          <p:nvPr/>
        </p:nvSpPr>
        <p:spPr bwMode="auto">
          <a:xfrm>
            <a:off x="0" y="0"/>
            <a:ext cx="10405872" cy="72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045" tIns="47022" rIns="94045" bIns="47022"/>
          <a:lstStyle>
            <a:lvl1pPr marL="492125" indent="-492125" algn="l" defTabSz="1306513">
              <a:spcBef>
                <a:spcPct val="20000"/>
              </a:spcBef>
              <a:buChar char="•"/>
              <a:defRPr kumimoji="1" sz="3600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defTabSz="1306513">
              <a:spcBef>
                <a:spcPct val="20000"/>
              </a:spcBef>
              <a:buChar char="–"/>
              <a:defRPr kumimoji="1" sz="3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defTabSz="1306513">
              <a:spcBef>
                <a:spcPct val="20000"/>
              </a:spcBef>
              <a:buChar char="•"/>
              <a:defRPr kumimoji="1" sz="35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defTabSz="1306513">
              <a:spcBef>
                <a:spcPct val="20000"/>
              </a:spcBef>
              <a:buChar char="–"/>
              <a:defRPr kumimoji="1" sz="29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defTabSz="1306513">
              <a:spcBef>
                <a:spcPct val="20000"/>
              </a:spcBef>
              <a:buChar char="»"/>
              <a:defRPr kumimoji="1" sz="29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defTabSz="13065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defTabSz="13065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defTabSz="13065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defTabSz="13065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9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dirty="0" smtClean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记住几个重要文件的位置、扩展名及作用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的</a:t>
            </a:r>
            <a:r>
              <a:rPr lang="zh-CN" altLang="en-US" sz="3168" dirty="0">
                <a:latin typeface="黑体" pitchFamily="2" charset="-122"/>
                <a:ea typeface="黑体" pitchFamily="2" charset="-122"/>
              </a:rPr>
              <a:t>主要文件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2480" y="1342779"/>
            <a:ext cx="6184965" cy="2768593"/>
            <a:chOff x="97345" y="0"/>
            <a:chExt cx="6184965" cy="2768593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345" y="0"/>
              <a:ext cx="6184965" cy="2768593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6" name="椭圆 5"/>
            <p:cNvSpPr/>
            <p:nvPr/>
          </p:nvSpPr>
          <p:spPr>
            <a:xfrm>
              <a:off x="2249424" y="512064"/>
              <a:ext cx="1783080" cy="4572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883664" y="1989145"/>
              <a:ext cx="1783080" cy="4572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346318" y="1333635"/>
            <a:ext cx="6044479" cy="2767028"/>
            <a:chOff x="6172582" y="1565"/>
            <a:chExt cx="6044479" cy="276702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2582" y="1565"/>
              <a:ext cx="6044479" cy="276702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2" name="椭圆 11"/>
            <p:cNvSpPr/>
            <p:nvPr/>
          </p:nvSpPr>
          <p:spPr>
            <a:xfrm>
              <a:off x="8422388" y="512064"/>
              <a:ext cx="2431540" cy="4572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7992238" y="1530558"/>
              <a:ext cx="1645920" cy="354492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7345" y="4501706"/>
            <a:ext cx="6075237" cy="2205152"/>
            <a:chOff x="97345" y="4245674"/>
            <a:chExt cx="6075237" cy="220515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345" y="4245674"/>
              <a:ext cx="6075237" cy="220515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4" name="椭圆 13"/>
            <p:cNvSpPr/>
            <p:nvPr/>
          </p:nvSpPr>
          <p:spPr>
            <a:xfrm>
              <a:off x="2249424" y="4718304"/>
              <a:ext cx="2431540" cy="4572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984248" y="5419534"/>
              <a:ext cx="1746504" cy="432626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97345" y="725805"/>
            <a:ext cx="11506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zh-CN" altLang="en-US" sz="2400" dirty="0" smtClean="0">
                <a:latin typeface="+mn-ea"/>
              </a:rPr>
              <a:t>以下程序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</a:rPr>
              <a:t>创建的项目名为</a:t>
            </a:r>
            <a:r>
              <a:rPr lang="en-US" altLang="zh-CN" sz="2400" dirty="0" smtClean="0">
                <a:solidFill>
                  <a:schemeClr val="tx1"/>
                </a:solidFill>
                <a:latin typeface="+mn-ea"/>
              </a:rPr>
              <a:t>project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</a:rPr>
              <a:t>，该项目下创建的源文件名为</a:t>
            </a:r>
            <a:r>
              <a:rPr lang="en-US" altLang="zh-CN" sz="2400" dirty="0" smtClean="0">
                <a:solidFill>
                  <a:schemeClr val="tx1"/>
                </a:solidFill>
                <a:latin typeface="+mn-ea"/>
              </a:rPr>
              <a:t>f1</a:t>
            </a:r>
            <a:endParaRPr lang="zh-CN" altLang="en-US" sz="24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95242" y="3470414"/>
            <a:ext cx="530352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①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988934" y="2967281"/>
            <a:ext cx="530352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②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081527" y="5648016"/>
            <a:ext cx="530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③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227445" y="4199030"/>
            <a:ext cx="5964555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zh-CN" altLang="en-US" sz="2400" dirty="0" smtClean="0">
                <a:solidFill>
                  <a:schemeClr val="tx1"/>
                </a:solidFill>
                <a:latin typeface="+mn-ea"/>
              </a:rPr>
              <a:t>①</a:t>
            </a:r>
            <a:r>
              <a:rPr lang="en-US" altLang="zh-CN" sz="2400" b="1" dirty="0" smtClean="0">
                <a:solidFill>
                  <a:srgbClr val="C00000"/>
                </a:solidFill>
                <a:latin typeface="+mn-ea"/>
              </a:rPr>
              <a:t>.</a:t>
            </a:r>
            <a:r>
              <a:rPr lang="en-US" altLang="zh-CN" sz="2400" b="1" dirty="0" err="1" smtClean="0">
                <a:solidFill>
                  <a:srgbClr val="C00000"/>
                </a:solidFill>
                <a:latin typeface="+mn-ea"/>
              </a:rPr>
              <a:t>sln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：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</a:rPr>
              <a:t>解决方案，</a:t>
            </a:r>
            <a:r>
              <a:rPr lang="zh-CN" altLang="en-US" sz="2400" dirty="0" smtClean="0">
                <a:latin typeface="+mn-ea"/>
              </a:rPr>
              <a:t>修改</a:t>
            </a:r>
            <a:r>
              <a:rPr lang="zh-CN" altLang="en-US" sz="2400" dirty="0">
                <a:latin typeface="+mn-ea"/>
              </a:rPr>
              <a:t>程序</a:t>
            </a:r>
            <a:r>
              <a:rPr lang="zh-CN" altLang="en-US" sz="2400" dirty="0" smtClean="0">
                <a:latin typeface="+mn-ea"/>
              </a:rPr>
              <a:t>时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</a:rPr>
              <a:t>双击打开该文件，可加载整个项目。</a:t>
            </a:r>
            <a:endParaRPr lang="en-US" altLang="zh-CN" sz="2400" dirty="0" smtClean="0">
              <a:solidFill>
                <a:schemeClr val="tx1"/>
              </a:solidFill>
              <a:latin typeface="+mn-ea"/>
            </a:endParaRPr>
          </a:p>
          <a:p>
            <a:pPr algn="just">
              <a:spcBef>
                <a:spcPts val="600"/>
              </a:spcBef>
            </a:pPr>
            <a:r>
              <a:rPr lang="zh-CN" altLang="zh-CN" sz="2400" dirty="0" smtClean="0">
                <a:latin typeface="+mn-ea"/>
              </a:rPr>
              <a:t>②</a:t>
            </a:r>
            <a:r>
              <a:rPr lang="en-US" altLang="zh-CN" sz="2400" b="1" dirty="0" smtClean="0">
                <a:solidFill>
                  <a:srgbClr val="C00000"/>
                </a:solidFill>
                <a:latin typeface="+mn-ea"/>
              </a:rPr>
              <a:t>.</a:t>
            </a:r>
            <a:r>
              <a:rPr lang="en-US" altLang="zh-CN" sz="2400" b="1" dirty="0" err="1" smtClean="0">
                <a:solidFill>
                  <a:srgbClr val="C00000"/>
                </a:solidFill>
                <a:latin typeface="+mn-ea"/>
              </a:rPr>
              <a:t>cpp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：</a:t>
            </a:r>
            <a:r>
              <a:rPr lang="en-US" altLang="zh-CN" sz="2400" dirty="0" smtClean="0">
                <a:latin typeface="+mn-ea"/>
              </a:rPr>
              <a:t>C++</a:t>
            </a:r>
            <a:r>
              <a:rPr lang="zh-CN" altLang="en-US" sz="2400" dirty="0" smtClean="0">
                <a:latin typeface="+mn-ea"/>
              </a:rPr>
              <a:t>源文件，装载源代码的文件</a:t>
            </a:r>
            <a:endParaRPr lang="en-US" altLang="zh-CN" sz="2400" dirty="0" smtClean="0">
              <a:latin typeface="+mn-ea"/>
            </a:endParaRP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zh-CN" altLang="zh-CN" sz="2400" dirty="0" smtClean="0">
                <a:solidFill>
                  <a:schemeClr val="tx1"/>
                </a:solidFill>
                <a:latin typeface="+mn-ea"/>
              </a:rPr>
              <a:t>③</a:t>
            </a:r>
            <a:r>
              <a:rPr lang="en-US" altLang="zh-CN" sz="2400" b="1" dirty="0" smtClean="0">
                <a:solidFill>
                  <a:srgbClr val="C00000"/>
                </a:solidFill>
                <a:latin typeface="+mn-ea"/>
              </a:rPr>
              <a:t>.exe:</a:t>
            </a:r>
            <a:r>
              <a:rPr lang="zh-CN" altLang="en-US" sz="2400" dirty="0" smtClean="0">
                <a:latin typeface="+mn-ea"/>
              </a:rPr>
              <a:t>可执行文件，双击可直接运行</a:t>
            </a:r>
            <a:endParaRPr lang="en-US" altLang="zh-CN" sz="2400" dirty="0" smtClean="0">
              <a:latin typeface="+mn-ea"/>
            </a:endParaRP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注意：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</a:rPr>
              <a:t>若要修改程序源代码，请双击</a:t>
            </a:r>
            <a:r>
              <a:rPr lang="en-US" altLang="zh-CN" sz="2400" dirty="0" smtClean="0">
                <a:solidFill>
                  <a:schemeClr val="tx1"/>
                </a:solidFill>
                <a:latin typeface="+mn-ea"/>
              </a:rPr>
              <a:t>.</a:t>
            </a:r>
            <a:r>
              <a:rPr lang="en-US" altLang="zh-CN" sz="2400" dirty="0" err="1" smtClean="0">
                <a:solidFill>
                  <a:schemeClr val="tx1"/>
                </a:solidFill>
                <a:latin typeface="+mn-ea"/>
              </a:rPr>
              <a:t>sln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</a:rPr>
              <a:t>文件加载整个项目而不要仅单纯打开</a:t>
            </a:r>
            <a:r>
              <a:rPr lang="en-US" altLang="zh-CN" sz="2400" dirty="0" smtClean="0">
                <a:solidFill>
                  <a:schemeClr val="tx1"/>
                </a:solidFill>
                <a:latin typeface="+mn-ea"/>
              </a:rPr>
              <a:t>.</a:t>
            </a:r>
            <a:r>
              <a:rPr lang="en-US" altLang="zh-CN" sz="2400" dirty="0" err="1" smtClean="0">
                <a:solidFill>
                  <a:schemeClr val="tx1"/>
                </a:solidFill>
                <a:latin typeface="+mn-ea"/>
              </a:rPr>
              <a:t>cpp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423595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8872" y="173736"/>
            <a:ext cx="6931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zh-CN" altLang="en-US" sz="4800" dirty="0" smtClean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？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</a:rPr>
              <a:t>文件扩展名不显示怎么办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12" y="1511617"/>
            <a:ext cx="9982200" cy="237172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2231136" y="1511617"/>
            <a:ext cx="722376" cy="5183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882128" y="2179128"/>
            <a:ext cx="1078992" cy="5183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2688336" y="1207008"/>
            <a:ext cx="265176" cy="30460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848356" y="948814"/>
            <a:ext cx="393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①</a:t>
            </a: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8723376" y="1495632"/>
            <a:ext cx="502920" cy="6834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342632" y="1057989"/>
            <a:ext cx="4293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②勾选文件扩展名前的复选框</a:t>
            </a:r>
          </a:p>
        </p:txBody>
      </p:sp>
    </p:spTree>
    <p:extLst>
      <p:ext uri="{BB962C8B-B14F-4D97-AF65-F5344CB8AC3E}">
        <p14:creationId xmlns:p14="http://schemas.microsoft.com/office/powerpoint/2010/main" val="4238605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just" eaLnBrk="1" hangingPunct="1">
          <a:spcBef>
            <a:spcPts val="600"/>
          </a:spcBef>
          <a:buFontTx/>
          <a:buNone/>
          <a:defRPr sz="2400" dirty="0" smtClean="0">
            <a:solidFill>
              <a:schemeClr val="tx1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118</Words>
  <Application>Microsoft Office PowerPoint</Application>
  <PresentationFormat>宽屏</PresentationFormat>
  <Paragraphs>13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 Light</vt:lpstr>
      <vt:lpstr>黑体</vt:lpstr>
      <vt:lpstr>隶书</vt:lpstr>
      <vt:lpstr>宋体</vt:lpstr>
      <vt:lpstr>Arial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雨竹 田</dc:creator>
  <cp:lastModifiedBy>Tianyz99</cp:lastModifiedBy>
  <cp:revision>27</cp:revision>
  <dcterms:created xsi:type="dcterms:W3CDTF">2021-03-07T00:09:12Z</dcterms:created>
  <dcterms:modified xsi:type="dcterms:W3CDTF">2022-02-28T14:15:21Z</dcterms:modified>
</cp:coreProperties>
</file>